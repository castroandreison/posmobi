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A354B-CC86-0942-D986-624DA905F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95DC2B-D670-7EAF-9B54-6978BCA1F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3A43B8-C1EE-D379-ACC2-E066452E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4FF-F1DB-4138-92C5-43800A0EDD1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548BC2-FD9E-53B6-6F80-85FDDB3D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0052F-4D4D-33F8-4704-D487F55F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3D98-7E9D-49B9-A0D4-EA7D05585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2867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7FBB3-EE35-D2AC-1907-D07C42FA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D4BB67-929C-EC32-AF8F-4A8536450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585ABF-2429-E686-6004-36B300D89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4FF-F1DB-4138-92C5-43800A0EDD1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C0C813-1DDA-B702-6D30-F30CBFF0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ACF2FB-6BF8-1F2F-3D3C-3C42B6EA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3D98-7E9D-49B9-A0D4-EA7D05585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06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40E6E-4C28-0D94-E443-F3524E00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D4E94F-6B3B-AFAD-FCD0-813B703AC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BAC7B0-1C9A-DAC0-F31B-E47104E6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4FF-F1DB-4138-92C5-43800A0EDD1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A58C51-F671-F173-DC4D-4430BA7FD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457284-623F-2EDF-8F42-08F6EB72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3D98-7E9D-49B9-A0D4-EA7D05585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203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4059E-32CC-D13B-EC6B-03C4D88F7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741F6B-32FE-7810-D80C-D05A8FD13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7B244D-092C-9C07-5D99-B9F8578BA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6F8709-1236-7BE9-C7C3-979320429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4FF-F1DB-4138-92C5-43800A0EDD1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89048D-3ABC-B228-5E79-751DDF3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ED686A-3543-C4C6-8156-7BBAC32B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3D98-7E9D-49B9-A0D4-EA7D05585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149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6D7A7-B184-2CE3-397E-A8545CC8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26CCA6-3B32-0E6C-D833-6D7FAD0BD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F4732D-B11F-183F-C35F-CC1F3DD73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7B4279-166E-B5A2-48D4-BD88403D0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E3BF5B-8F01-0B4D-163C-339D5EDC62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E4EB335-3916-DDED-78BE-F9C67B7A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4FF-F1DB-4138-92C5-43800A0EDD1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5FD80A7-DDAF-11DD-084B-C603870AB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284C07C-DD01-59D0-2E42-E3A617387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3D98-7E9D-49B9-A0D4-EA7D05585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924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855F5-8CE9-964B-7407-DFDB5C1B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037E96-D380-56D8-42FE-93843FFE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4FF-F1DB-4138-92C5-43800A0EDD1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FF5587-ECB3-9867-B1C4-B9DD2030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735EE-57C4-2955-4A71-B13A3469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3D98-7E9D-49B9-A0D4-EA7D05585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077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A2E7DF-4E00-4EF0-97AC-967AABFB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4FF-F1DB-4138-92C5-43800A0EDD1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A0A8173-AD65-3FCE-F850-9EEC881B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C818CA-6889-4BD7-5F67-1DED02A9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3D98-7E9D-49B9-A0D4-EA7D05585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588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7C6CD-D3DA-DAA3-ACD2-D72EE7D33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EB930-A8F9-20EF-3E79-17E2FFD8F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903375-2442-D184-A79F-B0C781F89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C281B6-5EAE-6FEE-842F-20865E3BD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4FF-F1DB-4138-92C5-43800A0EDD1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06FBFB-251B-9557-4805-BD4A51DEF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4EB3DA-7EC5-C3A4-ED1D-AD030C968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3D98-7E9D-49B9-A0D4-EA7D05585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45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53DED-743C-BC85-AD68-E6E032C2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590E802-FBDC-FA0D-9904-7C44BBF62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BAB92A-187A-BA18-CC6D-8AAB08603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D8EB9E-0B79-85E5-C208-943FC3A6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4FF-F1DB-4138-92C5-43800A0EDD1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61A857-1A76-23E8-2AFD-F25B2CF38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03116C-91FA-8109-C5B4-C08E0696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3D98-7E9D-49B9-A0D4-EA7D05585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1888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39F4F-E161-F074-4193-F16D44DC2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51E3D6-A12C-2D84-7FBF-FD42A5A5A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17DC14-1D02-8DEE-4C8B-501BEC92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4FF-F1DB-4138-92C5-43800A0EDD1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7577C2-9D5C-AE28-3E9F-C9A81745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2E5351-BB31-7B30-C259-145748702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3D98-7E9D-49B9-A0D4-EA7D05585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259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61605E-5B2C-F031-A5C1-D158D10DDD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AF8B4D-A7DA-1242-3EA2-1AA60E03B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F57945-4B77-B184-0435-83F8B99F6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4FF-F1DB-4138-92C5-43800A0EDD1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B260AA-7A9B-7108-EE74-E02610D02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DC6B0D-6BBC-9817-420C-CF4E11EC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53D98-7E9D-49B9-A0D4-EA7D05585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615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FDD5081-3542-711A-0D78-0CA0459BB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E892AD-0991-D572-2E1F-3E5D6BD5B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C1768E-DC70-9C67-1B0D-1C00639CF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424FF-F1DB-4138-92C5-43800A0EDD17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A1BC79-11EF-C4B9-7425-8C7CA1FAE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01CB0E-F0DD-9E64-2E82-881F08ECF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53D98-7E9D-49B9-A0D4-EA7D055857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219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72F4C-6339-FAE7-6F4F-78C41DDD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5706C70-317F-CCC3-DB12-D17725610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934" y="1323602"/>
            <a:ext cx="3391659" cy="4351338"/>
          </a:xfrm>
        </p:spPr>
      </p:pic>
    </p:spTree>
    <p:extLst>
      <p:ext uri="{BB962C8B-B14F-4D97-AF65-F5344CB8AC3E}">
        <p14:creationId xmlns:p14="http://schemas.microsoft.com/office/powerpoint/2010/main" val="1637905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3C4F0-0EB6-6928-7918-62158D0A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D159984-1B89-C61B-13FC-613F2E7422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817812"/>
            <a:ext cx="8334256" cy="4973669"/>
          </a:xfrm>
        </p:spPr>
      </p:pic>
    </p:spTree>
    <p:extLst>
      <p:ext uri="{BB962C8B-B14F-4D97-AF65-F5344CB8AC3E}">
        <p14:creationId xmlns:p14="http://schemas.microsoft.com/office/powerpoint/2010/main" val="497869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0B9C131-6E0C-4FBC-431B-810FD7001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0565"/>
            <a:ext cx="7950990" cy="34390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FE67D88-1CE1-0792-B086-847113945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278" y="1703884"/>
            <a:ext cx="4103722" cy="2582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4346229-4A69-3310-C12C-5DF8BAC7BF9C}"/>
              </a:ext>
            </a:extLst>
          </p:cNvPr>
          <p:cNvCxnSpPr/>
          <p:nvPr/>
        </p:nvCxnSpPr>
        <p:spPr>
          <a:xfrm flipV="1">
            <a:off x="4993341" y="2904565"/>
            <a:ext cx="3281083" cy="7530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760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439C5D0-E763-A474-B3FF-77E54E105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69" y="440493"/>
            <a:ext cx="10114947" cy="5977014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9A8F135F-E60D-40E6-1A78-942F32E9DC9A}"/>
              </a:ext>
            </a:extLst>
          </p:cNvPr>
          <p:cNvCxnSpPr>
            <a:cxnSpLocks/>
          </p:cNvCxnSpPr>
          <p:nvPr/>
        </p:nvCxnSpPr>
        <p:spPr>
          <a:xfrm flipV="1">
            <a:off x="5818094" y="4993341"/>
            <a:ext cx="4903694" cy="1021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40E0B00-62AC-6F88-0669-D3CB3EEAEE8C}"/>
              </a:ext>
            </a:extLst>
          </p:cNvPr>
          <p:cNvCxnSpPr>
            <a:cxnSpLocks/>
          </p:cNvCxnSpPr>
          <p:nvPr/>
        </p:nvCxnSpPr>
        <p:spPr>
          <a:xfrm flipV="1">
            <a:off x="7904114" y="4383741"/>
            <a:ext cx="2817674" cy="6096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0DF14EF-FCBF-97D5-0859-0CBA4CC47418}"/>
              </a:ext>
            </a:extLst>
          </p:cNvPr>
          <p:cNvCxnSpPr>
            <a:cxnSpLocks/>
          </p:cNvCxnSpPr>
          <p:nvPr/>
        </p:nvCxnSpPr>
        <p:spPr>
          <a:xfrm flipV="1">
            <a:off x="2763886" y="2967318"/>
            <a:ext cx="7957902" cy="17570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4B8F9597-938E-7D5D-F02C-F5F946EE1766}"/>
              </a:ext>
            </a:extLst>
          </p:cNvPr>
          <p:cNvCxnSpPr>
            <a:cxnSpLocks/>
          </p:cNvCxnSpPr>
          <p:nvPr/>
        </p:nvCxnSpPr>
        <p:spPr>
          <a:xfrm flipV="1">
            <a:off x="9027112" y="959224"/>
            <a:ext cx="1694676" cy="3227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14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D50BF89-DC54-2335-D0F2-2E1DDB1E6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831"/>
            <a:ext cx="8471647" cy="4695774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607EE10-F121-6B8F-2D21-1E8108DE5F44}"/>
              </a:ext>
            </a:extLst>
          </p:cNvPr>
          <p:cNvCxnSpPr>
            <a:cxnSpLocks/>
          </p:cNvCxnSpPr>
          <p:nvPr/>
        </p:nvCxnSpPr>
        <p:spPr>
          <a:xfrm flipV="1">
            <a:off x="8211324" y="681318"/>
            <a:ext cx="1694676" cy="3227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7CC86A1-294B-5A47-CB5B-9684B1722E19}"/>
              </a:ext>
            </a:extLst>
          </p:cNvPr>
          <p:cNvCxnSpPr>
            <a:cxnSpLocks/>
          </p:cNvCxnSpPr>
          <p:nvPr/>
        </p:nvCxnSpPr>
        <p:spPr>
          <a:xfrm flipV="1">
            <a:off x="8211324" y="2613354"/>
            <a:ext cx="1694676" cy="3227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964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0C7869F-79F9-E0BC-0558-D3568F92D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317"/>
            <a:ext cx="9055817" cy="5495365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0C70845-B9F9-4CCF-7CDC-A19745207B97}"/>
              </a:ext>
            </a:extLst>
          </p:cNvPr>
          <p:cNvCxnSpPr>
            <a:cxnSpLocks/>
          </p:cNvCxnSpPr>
          <p:nvPr/>
        </p:nvCxnSpPr>
        <p:spPr>
          <a:xfrm flipV="1">
            <a:off x="8208479" y="2070848"/>
            <a:ext cx="1694676" cy="3227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40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85D3CA4-982C-1EDE-4682-54A8A6D65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2122"/>
            <a:ext cx="8519085" cy="492011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EBD72A8-4642-FB2A-FC12-27EB8C255C87}"/>
              </a:ext>
            </a:extLst>
          </p:cNvPr>
          <p:cNvCxnSpPr>
            <a:cxnSpLocks/>
          </p:cNvCxnSpPr>
          <p:nvPr/>
        </p:nvCxnSpPr>
        <p:spPr>
          <a:xfrm flipV="1">
            <a:off x="8005136" y="1810871"/>
            <a:ext cx="717523" cy="1523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24EC62AB-8D62-D429-4ADB-0BE269442D48}"/>
              </a:ext>
            </a:extLst>
          </p:cNvPr>
          <p:cNvCxnSpPr>
            <a:cxnSpLocks/>
          </p:cNvCxnSpPr>
          <p:nvPr/>
        </p:nvCxnSpPr>
        <p:spPr>
          <a:xfrm flipV="1">
            <a:off x="8408548" y="1479176"/>
            <a:ext cx="314111" cy="806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09D94DE0-FAE6-8CEE-DAD3-F95AFDDB850E}"/>
              </a:ext>
            </a:extLst>
          </p:cNvPr>
          <p:cNvCxnSpPr>
            <a:cxnSpLocks/>
          </p:cNvCxnSpPr>
          <p:nvPr/>
        </p:nvCxnSpPr>
        <p:spPr>
          <a:xfrm flipV="1">
            <a:off x="7027983" y="3774139"/>
            <a:ext cx="1694676" cy="3227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1785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Andreison de Castro</dc:creator>
  <cp:lastModifiedBy>Andreison de Castro</cp:lastModifiedBy>
  <cp:revision>1</cp:revision>
  <dcterms:created xsi:type="dcterms:W3CDTF">2026-09-03T19:24:17Z</dcterms:created>
  <dcterms:modified xsi:type="dcterms:W3CDTF">2026-09-03T20:12:43Z</dcterms:modified>
</cp:coreProperties>
</file>